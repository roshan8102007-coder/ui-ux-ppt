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8BA5-AE8A-BB86-EEB9-A53C69722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DD697-0570-A817-1703-5CC022AD1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6688A-B7B6-CB14-733D-54CC17ED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D47D9-FCA1-F5EE-8597-240CA4CD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44D5B-0C72-51A4-3A28-9DF85554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98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BC52-9F0E-59BD-1A10-9CEE79FF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D87B6-B5F9-0AC7-B151-9E1AFE7F7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C470-6986-746B-CB30-CBFC5D96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1EA08-7650-3B6C-FF66-8C9791E2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67DC4-6DB5-83E8-C4FB-789FDBF0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84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A525-A735-FD51-FAE3-B97875AB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08500-D68B-0A6B-09E2-214667641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B63B6-097F-0DA2-C545-1EF5066DE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60D6B-CAFA-BEFC-6E0E-A2BC4CE8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38DB-BA2E-EB9F-1458-1B2B2440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61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77BF-A5C0-8ECC-6047-0D247011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CD9D1-14FB-62A1-5DAF-25E51B0A9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8F355-9FCA-3409-CC79-6EA034BE8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E069D-D982-8EAE-C435-5AEE9FDE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4D8D5-3777-41C6-86F1-01669C77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623C-4C1C-0860-EA4A-C6486427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49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A50D-0A8A-9BE5-D0E6-F003A8C3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0ECF8-6D43-3674-CEDE-C9780AFB0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006B7-5614-8522-0EEF-117DF121B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2CAA6-42BA-C756-85C7-39C87CA62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EE551-F35C-3E87-F581-FF3B62681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9CD07-4B9F-3E9F-B0E0-EA47FD5A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7203D-B258-2254-D3BB-E415A423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8813D-9750-0839-AF72-8B3BF6DA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3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41DA-3FA1-4DF7-E9DD-08BD8B40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26D43-94A2-47AF-3402-0DD1A314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82EC5-3711-4361-782C-CC7F024E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D3D6-4657-8EF7-6D0C-851F3637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56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D8379-71B6-FC20-7AED-E159E0F3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277E0-5F66-24A6-2723-15E19DF9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A5348-6D40-88C0-81B5-8853F931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73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28C2-48AE-C076-8687-F52BB779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18A11-9ECB-102C-8986-37DFACB83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BC26B-1B76-E488-DCFE-4B8CC3BF0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8CF7E-68A1-4282-521C-A7F1F27A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B7917-8044-AE68-3A84-7CF75E3C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EEAFB-BAA0-DDA1-0A01-6E882717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49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D273-CA7E-A8FE-75EF-6168233A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F47F1-D415-1D29-2B74-6C271A673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89F5F-FFE0-6431-783C-374B6899F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9CC35-5D72-3922-0FA5-A7F6D642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574FA-2CA7-866C-BE49-D504DBFF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70C71-3B43-602D-98A3-77AF919A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3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3B4E-4C92-3893-4416-6CC42F37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71246-9AD5-EF55-DD81-A0D7E7ACD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C95FD-0E30-4029-DBCC-D5EDBD86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4E08A-6C12-2B3C-7A44-B9937A8D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CE660-D6F8-230C-B2C5-A6A24623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90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99431-F8D9-90E2-31D6-9CFD859E8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967F1-27DE-9A90-3DDE-F57C0C4BB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60F07-F2CE-B1A9-E0F5-284E343B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FAD3A-2905-943A-47BB-0094AB76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375D7-8395-F0B9-1746-0C8EB268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511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6ADA7-638D-F3CC-2120-F1ADE7AB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EB017-B3C7-0470-C1F9-A939D31D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7461E-DDED-FEC2-AD22-28EB8E21F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9D86F-4AF8-42E2-A9A3-00A4026E74D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66D74-D42B-70DB-0E61-AE8673C96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F240A-ABDF-02DD-9468-E05238636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DEC72-83F3-4002-B750-69ADA032B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20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BBD8-2B1A-F3CB-E01C-EC141CBEA3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UI AND UX</a:t>
            </a:r>
            <a:br>
              <a:rPr lang="en-IN" dirty="0"/>
            </a:br>
            <a:r>
              <a:rPr lang="en-IN" dirty="0"/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F50E2-F52A-8500-9038-A89512057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6687312" y="3694176"/>
            <a:ext cx="2292096" cy="73456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ROSHAN</a:t>
            </a:r>
          </a:p>
          <a:p>
            <a:r>
              <a:rPr lang="en-IN" dirty="0"/>
              <a:t>24 </a:t>
            </a:r>
          </a:p>
        </p:txBody>
      </p:sp>
    </p:spTree>
    <p:extLst>
      <p:ext uri="{BB962C8B-B14F-4D97-AF65-F5344CB8AC3E}">
        <p14:creationId xmlns:p14="http://schemas.microsoft.com/office/powerpoint/2010/main" val="359504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23CC5-369D-63FB-E539-5AE413C45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1494" y="-1504707"/>
            <a:ext cx="12743727" cy="8432157"/>
          </a:xfrm>
        </p:spPr>
        <p:txBody>
          <a:bodyPr>
            <a:normAutofit fontScale="90000"/>
          </a:bodyPr>
          <a:lstStyle/>
          <a:p>
            <a:r>
              <a:rPr lang="en-US" cap="small" dirty="0"/>
              <a:t>What is UI?</a:t>
            </a:r>
            <a:br>
              <a:rPr lang="en-US" cap="small" dirty="0"/>
            </a:br>
            <a:r>
              <a:rPr lang="en-US" cap="small" dirty="0"/>
              <a:t>User Interface</a:t>
            </a:r>
            <a:br>
              <a:rPr lang="en-US" cap="small" dirty="0"/>
            </a:br>
            <a:br>
              <a:rPr lang="en-US" cap="small" dirty="0"/>
            </a:br>
            <a:r>
              <a:rPr lang="en-US" cap="small" dirty="0"/>
              <a:t>* UI stands for User Interface.</a:t>
            </a:r>
            <a:br>
              <a:rPr lang="en-US" cap="small" dirty="0"/>
            </a:br>
            <a:r>
              <a:rPr lang="en-US" cap="small" dirty="0"/>
              <a:t>* It is the visual part of an app or website.</a:t>
            </a:r>
            <a:br>
              <a:rPr lang="en-US" cap="small" dirty="0"/>
            </a:br>
            <a:r>
              <a:rPr lang="en-US" cap="small" dirty="0"/>
              <a:t>* It includes buttons, </a:t>
            </a:r>
            <a:r>
              <a:rPr lang="en-US" cap="small" dirty="0" err="1"/>
              <a:t>colours</a:t>
            </a:r>
            <a:r>
              <a:rPr lang="en-US" cap="small" dirty="0"/>
              <a:t>, fonts, icons and layout.</a:t>
            </a:r>
            <a:br>
              <a:rPr lang="en-US" cap="small" dirty="0"/>
            </a:br>
            <a:r>
              <a:rPr lang="en-US" cap="small" dirty="0"/>
              <a:t>* It focuses on how the product looks.</a:t>
            </a:r>
            <a:br>
              <a:rPr lang="en-US" cap="small" dirty="0"/>
            </a:br>
            <a:r>
              <a:rPr lang="en-US" cap="small" dirty="0"/>
              <a:t> </a:t>
            </a:r>
            <a:br>
              <a:rPr lang="en-US" cap="small" dirty="0"/>
            </a:br>
            <a:r>
              <a:rPr lang="en-US" cap="small" dirty="0"/>
              <a:t>Example: </a:t>
            </a:r>
            <a:br>
              <a:rPr lang="en-US" cap="small" dirty="0"/>
            </a:br>
            <a:r>
              <a:rPr lang="en-US" cap="small" dirty="0"/>
              <a:t>* Instagram’s buttons, icons, </a:t>
            </a:r>
            <a:r>
              <a:rPr lang="en-US" cap="small" dirty="0" err="1"/>
              <a:t>colours</a:t>
            </a:r>
            <a:r>
              <a:rPr lang="en-US" cap="small" dirty="0"/>
              <a:t> and fonts.</a:t>
            </a:r>
            <a:endParaRPr lang="en-IN" cap="small" dirty="0"/>
          </a:p>
        </p:txBody>
      </p:sp>
    </p:spTree>
    <p:extLst>
      <p:ext uri="{BB962C8B-B14F-4D97-AF65-F5344CB8AC3E}">
        <p14:creationId xmlns:p14="http://schemas.microsoft.com/office/powerpoint/2010/main" val="304671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2F03-0179-4799-E8CB-84B4A0588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" y="948850"/>
            <a:ext cx="2948940" cy="957262"/>
          </a:xfrm>
        </p:spPr>
        <p:txBody>
          <a:bodyPr>
            <a:normAutofit/>
          </a:bodyPr>
          <a:lstStyle/>
          <a:p>
            <a:r>
              <a:rPr lang="en-IN" dirty="0"/>
              <a:t>UI image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D5BFF-CD5B-8F69-5103-5837AE7B0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4881" y="3602038"/>
            <a:ext cx="3253740" cy="16557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5456D8-25BE-583A-F0E5-B253F2148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636" y="1906112"/>
            <a:ext cx="5412590" cy="494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DDA6-583B-A98B-5946-1B6E69875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 is UX?</a:t>
            </a:r>
          </a:p>
          <a:p>
            <a:pPr marL="0" indent="0">
              <a:buNone/>
            </a:pPr>
            <a:r>
              <a:rPr lang="en-US" dirty="0"/>
              <a:t>User Experience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 UX stands for User Experience.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It is the overall experience of the user.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It focuses on ease and comfort of using an app or website.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It aims to make the product simple and user-friendly.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* Instagram makes it easy for users to upload and share a photo. This is an example of good UX.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71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AA34-C3FA-C54F-F9FC-5C9432FD2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289364" y="405115"/>
            <a:ext cx="3119217" cy="636607"/>
          </a:xfrm>
        </p:spPr>
        <p:txBody>
          <a:bodyPr>
            <a:normAutofit fontScale="90000"/>
          </a:bodyPr>
          <a:lstStyle/>
          <a:p>
            <a:r>
              <a:rPr lang="en-IN" dirty="0"/>
              <a:t>UX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5314F1-32ED-6AFA-BD1C-92EBCE3F3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271" y="1041722"/>
            <a:ext cx="5300808" cy="568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6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7D73-9E40-AFFB-98F3-DE7C519F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136" y="926592"/>
            <a:ext cx="3663696" cy="709232"/>
          </a:xfrm>
        </p:spPr>
        <p:txBody>
          <a:bodyPr>
            <a:normAutofit fontScale="90000"/>
          </a:bodyPr>
          <a:lstStyle/>
          <a:p>
            <a:r>
              <a:rPr lang="en-IN" dirty="0"/>
              <a:t>UI and UX image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2BCD85-1434-7318-AFBA-52A18189D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39" y="1746548"/>
            <a:ext cx="3078481" cy="32673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457752-07B2-CE9C-85D7-081E7F2CD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207" y="1746548"/>
            <a:ext cx="2361553" cy="396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4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80F8-BA7C-25DA-CDE3-CDFFE0C9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43840"/>
            <a:ext cx="4428744" cy="776288"/>
          </a:xfrm>
        </p:spPr>
        <p:txBody>
          <a:bodyPr/>
          <a:lstStyle/>
          <a:p>
            <a:r>
              <a:rPr lang="en-IN" dirty="0"/>
              <a:t>UI and UX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BBEE2-4575-6BD2-230F-020E39246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3168"/>
            <a:ext cx="10896600" cy="5213795"/>
          </a:xfrm>
        </p:spPr>
        <p:txBody>
          <a:bodyPr/>
          <a:lstStyle/>
          <a:p>
            <a:r>
              <a:rPr lang="en-IN" dirty="0"/>
              <a:t>UI decides </a:t>
            </a:r>
            <a:r>
              <a:rPr lang="en-IN" b="1" dirty="0"/>
              <a:t>what the restaurant cards, buttons, menus, </a:t>
            </a:r>
            <a:r>
              <a:rPr lang="en-IN" b="1" dirty="0" err="1"/>
              <a:t>colors</a:t>
            </a:r>
            <a:r>
              <a:rPr lang="en-IN" b="1" dirty="0"/>
              <a:t>, icons, and checkout screens look like</a:t>
            </a:r>
            <a:r>
              <a:rPr lang="en-IN" dirty="0"/>
              <a:t>. </a:t>
            </a:r>
          </a:p>
          <a:p>
            <a:r>
              <a:rPr lang="en-IN" dirty="0"/>
              <a:t>UX decides </a:t>
            </a:r>
            <a:r>
              <a:rPr lang="en-IN" b="1" dirty="0"/>
              <a:t>how a user searches for food → chooses a restaurant → adds items → pays → tracks delivery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999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31AA4C-9E7A-957D-DA9B-7581FFF4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0826" y="2192593"/>
            <a:ext cx="1907458" cy="648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Thank You!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2026B-8FCD-C18E-CE69-BA0F0CA1FBCA}"/>
              </a:ext>
            </a:extLst>
          </p:cNvPr>
          <p:cNvSpPr txBox="1"/>
          <p:nvPr/>
        </p:nvSpPr>
        <p:spPr>
          <a:xfrm>
            <a:off x="4070555" y="2989006"/>
            <a:ext cx="361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INTRODUCTION TO UI AND UX</a:t>
            </a:r>
          </a:p>
        </p:txBody>
      </p:sp>
    </p:spTree>
    <p:extLst>
      <p:ext uri="{BB962C8B-B14F-4D97-AF65-F5344CB8AC3E}">
        <p14:creationId xmlns:p14="http://schemas.microsoft.com/office/powerpoint/2010/main" val="110578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210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UI AND UX ASSIGNMENT</vt:lpstr>
      <vt:lpstr>What is UI? User Interface  * UI stands for User Interface. * It is the visual part of an app or website. * It includes buttons, colours, fonts, icons and layout. * It focuses on how the product looks.   Example:  * Instagram’s buttons, icons, colours and fonts.</vt:lpstr>
      <vt:lpstr>UI image </vt:lpstr>
      <vt:lpstr>PowerPoint Presentation</vt:lpstr>
      <vt:lpstr>UX image</vt:lpstr>
      <vt:lpstr>UI and UX image</vt:lpstr>
      <vt:lpstr>UI and UX concept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Kannan Arora</dc:creator>
  <cp:lastModifiedBy>Kannan Arora</cp:lastModifiedBy>
  <cp:revision>4</cp:revision>
  <dcterms:created xsi:type="dcterms:W3CDTF">2026-09-26T09:10:27Z</dcterms:created>
  <dcterms:modified xsi:type="dcterms:W3CDTF">2026-09-28T05:03:29Z</dcterms:modified>
</cp:coreProperties>
</file>